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1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22860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663440"/>
            <a:ext cx="201168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641080" y="3063240"/>
            <a:ext cx="22860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MODÈLE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MACHINE LEARNING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Base de données · CI/CD · Hugging Face · Haroun </a:t>
            </a:r>
            <a:r>
              <a:rPr lang="en-US" sz="12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Tanane</a:t>
            </a: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 Contexte &amp; Objectifs du projet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Architecture globale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11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 Mise en place Git &amp; Structure du projet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95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 API FastAPI — Endpoints &amp; Validation Pydantic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 Base de données NEON PostgreSQL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 Tests Pytest — Couverture 98%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 Pipeline CI/CD GitHub 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313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 Déploiement Hugging Face Spaces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153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 Démonstration &amp; Résultats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Contexte &amp;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128016" cy="1280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517904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modèle d'attrition RH en production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128016" cy="1280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" y="199339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le modèle via une API REST performante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128016" cy="1280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2468880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fiabilité avec des tests automatisés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62656"/>
            <a:ext cx="128016" cy="1280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" y="2944368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Assurer la traçabilité via une base de données cloud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Futurisys — Directeur technique : Aurélien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Logistic Regression · Recall = 70% · F1 = 0.52 · Seuil = 0.283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1 470 employés · 47 variables · Pipeline SMOTE sans data leakage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Architecture globale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(Swagger / curl)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54864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 REST)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54864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920240" cy="9144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(best_lr.pkl)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1600200"/>
            <a:ext cx="548640" cy="731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1188720"/>
            <a:ext cx="1920240" cy="91440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2834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API REST + documentation Swagger automatique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834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834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entrantes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64992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33649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364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pour interagir avec PostgreSQL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364992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3649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3649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PostgreSQL cloud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895344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" y="38953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895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pour le déploiement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895344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4919472" y="38953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3895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automatisé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425696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" y="44256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828800" y="44256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de l'API en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Git &amp; Structure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dossiers 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attrition-rh/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739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app/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665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  ├── main.py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591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  ├── model.py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  ├── schemas.py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│   └── database.py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2369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models/  (best_lr.pkl)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5295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tests/   (test_api.py)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db/      (schema.sql)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.github/workflows/ci.yml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407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Dockerfile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700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└── requirements.txt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Git 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1481328"/>
            <a:ext cx="3931920" cy="384048"/>
          </a:xfrm>
          <a:prstGeom prst="rect">
            <a:avLst/>
          </a:prstGeom>
          <a:solidFill>
            <a:srgbClr val="FFE84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813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init: structure projet attrition RH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956816"/>
            <a:ext cx="393192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568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feat(api): API FastAPI fonctionnelle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432304"/>
            <a:ext cx="393192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4323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feat(db): connexion NEON PostgreSQL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907792"/>
            <a:ext cx="393192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077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feat(tests): 5 tests Pytest - 98%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383280"/>
            <a:ext cx="393192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383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feat(ci): pipeline CI/CD GitHub Actions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858768"/>
            <a:ext cx="3931920" cy="38404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58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README complet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59943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API FastAPI — Endpoints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endpoints exposés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1005840" cy="47548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8132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1481328"/>
            <a:ext cx="74066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481328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—  Status de l'API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1005840" cy="475488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1031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74066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103120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 —  Health check — vérifie que le serveur tourne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1005840" cy="4754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72491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2724912"/>
            <a:ext cx="7406640" cy="475488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724912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 —  Prédiction de départ — retourne probabilité + interprétation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Pydantic — exemple 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822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8221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ge=18, le=70  →  rejette -5 ou 200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29768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297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revenu_mensuel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42976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gt=0  →  rejette valeur négative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73168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773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manquant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47731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 →  erreur 422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Documentation Swagger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automatique générée par FastAPI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743200"/>
          </a:xfrm>
          <a:prstGeom prst="rect">
            <a:avLst/>
          </a:prstGeom>
          <a:solidFill>
            <a:srgbClr val="F5F5F0"/>
          </a:solidFill>
          <a:ln w="15240">
            <a:solidFill>
              <a:srgbClr val="BBBBB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11480" y="26334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📷  Interface Swagger /docs — screenshot navigateur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434340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3D3D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production : https://usermarrakech-attrition-rh-api.hf.space/docs</a:t>
            </a:r>
            <a:endParaRPr lang="en-US" sz="13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62A9610-704A-0A87-2A68-82D5873B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94529"/>
            <a:ext cx="8686800" cy="28802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-134874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Base de données NEON PostgreSQL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484632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5074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 la table predictions :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2295"/>
              </p:ext>
            </p:extLst>
          </p:nvPr>
        </p:nvGraphicFramePr>
        <p:xfrm>
          <a:off x="320040" y="753026"/>
          <a:ext cx="850392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Clé primaire auto-incrémentée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Input employé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revenu_mensuel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Input employé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score_risque_depart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Input employé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probabilite_depart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Output modèle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prediction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INTEGER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0 = reste · 1 = quitte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Texte explicatif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created_at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DATETIME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Horodatage automatique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72" y="344686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/predict → sauvegarde automatique dans NEON</a:t>
            </a:r>
            <a:endParaRPr lang="en-US" sz="11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8A88712-8414-AFCF-C76C-BA0E9B8C3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31797"/>
            <a:ext cx="7772400" cy="13173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Tests Pytest — Couverture 98%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écrits et passés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411480" cy="41148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996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test_root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099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18262" y="144932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répond correctement sur /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411480" cy="41148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29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0482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test_health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585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18262" y="195681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est en vie — code 200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78608"/>
            <a:ext cx="411480" cy="41148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59689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test_predict_valid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07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09949" y="24281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valide — retourne probabilité entre 0 et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27248"/>
            <a:ext cx="411480" cy="41148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127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14553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test_predict_invalid_age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3558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43447" y="29539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-5 → erreur 422 Pydantic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411480" cy="41148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758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694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test_predict_missing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9044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87752" y="36530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</a:t>
            </a:r>
            <a:r>
              <a:rPr lang="en-US" sz="11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</a:t>
            </a:r>
            <a:endParaRPr lang="en-US" sz="11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1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422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automatique</a:t>
            </a:r>
            <a:endParaRPr lang="en-US" sz="11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3E11D0B9-AD71-1830-12DB-4C431B98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374136"/>
            <a:ext cx="5079654" cy="1777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Pipeline CI/CD GitHub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automatique à chaque push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5087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code source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39112" y="1508760"/>
            <a:ext cx="15087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1" name="Text 9"/>
          <p:cNvSpPr/>
          <p:nvPr/>
        </p:nvSpPr>
        <p:spPr>
          <a:xfrm>
            <a:off x="2039112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Setup Python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39112" y="20848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Python 3.10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160020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58184" y="1508760"/>
            <a:ext cx="15087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3758184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Install deps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58184" y="20848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requirements.txt + pytest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66944" y="160020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77256" y="1508760"/>
            <a:ext cx="15087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5477256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tests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77256" y="20848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tests/ -v --cov=app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86016" y="1600200"/>
            <a:ext cx="21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96328" y="1508760"/>
            <a:ext cx="150876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Deploy HF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96328" y="20848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vers Hugging Face Spaces (si main ✅)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4575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secrets 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20040" y="2750672"/>
            <a:ext cx="20116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7" name="Text 25"/>
          <p:cNvSpPr/>
          <p:nvPr/>
        </p:nvSpPr>
        <p:spPr>
          <a:xfrm>
            <a:off x="297180" y="273059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52502" y="2747073"/>
            <a:ext cx="6446520" cy="45720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42111" y="2705925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string NEON — jamais exposée dans le code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267870"/>
            <a:ext cx="20116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1" name="Text 29"/>
          <p:cNvSpPr/>
          <p:nvPr/>
        </p:nvSpPr>
        <p:spPr>
          <a:xfrm>
            <a:off x="242316" y="3256369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HF_TOKEN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267870"/>
            <a:ext cx="6446520" cy="457200"/>
          </a:xfrm>
          <a:prstGeom prst="rect">
            <a:avLst/>
          </a:prstGeom>
          <a:solidFill>
            <a:srgbClr val="F5F5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42111" y="326787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Hugging Face pour le déploiement automatique</a:t>
            </a:r>
            <a:endParaRPr lang="en-US" sz="11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6FD2DA16-9DAC-073B-D9A9-350ED2CF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22" y="3800441"/>
            <a:ext cx="7772400" cy="13430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— Déploiement Hugging Face 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python:3.10-slim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useradd -m -u 1000 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WORKDIR /app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requirements.txt 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 install -r requirements.txt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 /app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7860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["uvicorn", "app.main:app",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"--host", "0.0.0.0", "--port", "7860"]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en production 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24048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690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3D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https://usermarrakech-attrition-rh-api.hf.space/docs</a:t>
            </a:r>
            <a:endParaRPr lang="en-US" sz="14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BD4152C3-8F0A-0AE7-FB41-3D1F81DCB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821" y="1378594"/>
            <a:ext cx="6341019" cy="26127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Démonstration — Appel API en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envoyée 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"age": 30,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"revenu_mensuel": 3000,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"annees_dans_l_entreprise": 2,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34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"heures_supplementaires": 3,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108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"score_risque_depart": 1.5,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reçue 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1463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"probabilite_depart": 0.9598,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"prediction": 1,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"seuil_utilise": 0.283,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834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"interpretation":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"Risque élevé de départ"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383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69080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3D3D3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sauvegardée dans NEON · Traçabilité complète · Disponible 24h/24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— Résultats &amp; Métriques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417320"/>
          </a:xfrm>
          <a:prstGeom prst="rect">
            <a:avLst/>
          </a:prstGeom>
          <a:solidFill>
            <a:srgbClr val="F5F5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143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417320"/>
          </a:xfrm>
          <a:prstGeom prst="rect">
            <a:avLst/>
          </a:prstGeom>
          <a:solidFill>
            <a:srgbClr val="F5F5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43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1920240" cy="1417320"/>
          </a:xfrm>
          <a:prstGeom prst="rect">
            <a:avLst/>
          </a:prstGeom>
          <a:solidFill>
            <a:srgbClr val="F5F5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43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rendus 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Git structuré avec branches, commits descriptifs et tags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57016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6557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fonctionnelle avec documentation Swagger intégrée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7647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NEON — sauvegarde inputs/outputs à chaque prédiction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8736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Pytest — couverture 98% — rapport de couverture généré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489704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98264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GitHub Actions — tests + déploiement automatique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800600"/>
            <a:ext cx="228600" cy="228600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0916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Hugging Face Spaces avec Docker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Points d'amélioration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228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78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pourrait être amélioré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08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authentification JWT sur l'API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011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système de monitoring du modèle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5146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la mise à jour du modèle si drift détecté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tests de performance (load testing)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7315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520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un endpoint /retrain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078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 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508760"/>
            <a:ext cx="384048" cy="384048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0368" y="1508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 modèle ML en production complète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20116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les responsabilités (API / BDD / Tests)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30368" y="2514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secrets et la sécurité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84048" cy="384048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0368" y="3017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avec CI/CD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384048" cy="384048"/>
          </a:xfrm>
          <a:prstGeom prst="rect">
            <a:avLst/>
          </a:prstGeom>
          <a:solidFill>
            <a:srgbClr val="FFE84D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30368" y="35204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avec Docker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A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01168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228600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08176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9" name="Text 7"/>
          <p:cNvSpPr/>
          <p:nvPr/>
        </p:nvSpPr>
        <p:spPr>
          <a:xfrm>
            <a:off x="1408176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40864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9584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3529584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62272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90288" y="1691640"/>
            <a:ext cx="932688" cy="5303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90288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22976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50992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11696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6711696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44384" y="1755648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1691640"/>
            <a:ext cx="932688" cy="53035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1691640"/>
            <a:ext cx="9326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423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 :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2834640"/>
            <a:ext cx="118872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déployée en production sur Hugging Face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118872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 Pytest — couverture 98%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118872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3639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automatisé — déploiement à chaque push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118872" cy="1188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050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— traçabilité complète inputs/outputs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4632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production :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46320" y="28346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3D3D3D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834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usermarrakech-attrition-rh-api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.hf.space/docs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6576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3D3D3D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657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github.com/Marrackech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E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/attrition-rh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1196</Words>
  <Application>Microsoft Macintosh PowerPoint</Application>
  <PresentationFormat>Affichage à l'écran (16:9)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Mac3</cp:lastModifiedBy>
  <cp:revision>4</cp:revision>
  <dcterms:created xsi:type="dcterms:W3CDTF">2026-04-12T07:31:31Z</dcterms:created>
  <dcterms:modified xsi:type="dcterms:W3CDTF">2026-04-14T15:32:49Z</dcterms:modified>
</cp:coreProperties>
</file>